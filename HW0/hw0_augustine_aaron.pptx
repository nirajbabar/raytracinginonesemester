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ae4dba5be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ae4dba5be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bae4dba5be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bae4dba5be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Raytracing in One Semester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Assignment 0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Multiple Importance Sampling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3113700" cy="379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Sampling BSDF gave increasingly worse results for small light sources on rougher materials. Sampling the light sources themselves made big light sources suffer in smooth materials.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Best idea was to combine the two distributions with weighting based on their PDF (importance) for that sample.</a:t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67472" y="1611847"/>
            <a:ext cx="5364576" cy="287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MeshLab</a:t>
            </a:r>
            <a:endParaRPr/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3" y="1017725"/>
            <a:ext cx="6703251" cy="3794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